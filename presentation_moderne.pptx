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1828800" y="914400"/>
            <a:ext cx="2743200" cy="2743200"/>
          </a:xfrm>
          <a:prstGeom prst="homePlat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828800"/>
            <a:ext cx="5486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4400">
                <a:solidFill>
                  <a:srgbClr val="1E3A8A"/>
                </a:solidFill>
              </a:defRPr>
            </a:pPr>
            <a:r>
              <a:t>Présentation</a:t>
            </a:r>
          </a:p>
          <a:p>
            <a:pPr>
              <a:defRPr sz="2800">
                <a:solidFill>
                  <a:srgbClr val="FBBF24"/>
                </a:solidFill>
              </a:defRPr>
            </a:pPr>
            <a:r>
              <a:t>Moderne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3200400"/>
            <a:ext cx="5486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>
                <a:solidFill>
                  <a:srgbClr val="374151"/>
                </a:solidFill>
              </a:defRPr>
            </a:pPr>
            <a:r>
              <a:t>Une expérience visuelle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renouvelée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>
                <a:solidFill>
                  <a:srgbClr val="1E3A8A"/>
                </a:solidFill>
              </a:defRPr>
            </a:pPr>
            <a:r>
              <a:t>Notre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74151"/>
                </a:solidFill>
              </a:defRPr>
            </a:pPr>
            <a:r>
              <a:t>• Innovation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Design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Performance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•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914400" cy="9144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2057400"/>
            <a:ext cx="45720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914400" cy="9144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86200" y="2057400"/>
            <a:ext cx="45720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914400" cy="9144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2057400"/>
            <a:ext cx="45720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1828800"/>
            <a:ext cx="914400" cy="9144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72600" y="2057400"/>
            <a:ext cx="45720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>
                <a:solidFill>
                  <a:srgbClr val="1E3A8A"/>
                </a:solidFill>
              </a:defRPr>
            </a:pPr>
            <a:r>
              <a:t>Nos Atouts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solidFill>
            <a:srgbClr val="F3F4F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1800">
                <a:solidFill>
                  <a:srgbClr val="1E3A8A"/>
                </a:solidFill>
              </a:defRPr>
            </a:pPr>
            <a:r>
              <a:t>Design Moderne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572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Des interfaces épurées et intuitives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solidFill>
            <a:srgbClr val="F3F4F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1800">
                <a:solidFill>
                  <a:srgbClr val="1E3A8A"/>
                </a:solidFill>
              </a:defRPr>
            </a:pPr>
            <a: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572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Optimisé pour une vitesse maximale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5029200" cy="1828800"/>
          </a:xfrm>
          <a:prstGeom prst="rect">
            <a:avLst/>
          </a:prstGeom>
          <a:solidFill>
            <a:srgbClr val="F3F4F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1800">
                <a:solidFill>
                  <a:srgbClr val="1E3A8A"/>
                </a:solidFill>
              </a:defRPr>
            </a:pPr>
            <a:r>
              <a:t>Sécurité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4572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Protection des données renforcée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5029200" cy="1828800"/>
          </a:xfrm>
          <a:prstGeom prst="rect">
            <a:avLst/>
          </a:prstGeom>
          <a:solidFill>
            <a:srgbClr val="F3F4F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1800">
                <a:solidFill>
                  <a:srgbClr val="1E3A8A"/>
                </a:solidFill>
              </a:defRPr>
            </a:pPr>
            <a:r>
              <a:t>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572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Outils intégrés pour le travail d'équipe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8229600" cy="4572000"/>
          </a:xfrm>
          <a:prstGeom prst="rect">
            <a:avLst/>
          </a:prstGeom>
          <a:solidFill>
            <a:srgbClr val="DCE6F1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4572000"/>
            <a:ext cx="1371600" cy="-2743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0" y="4572000"/>
            <a:ext cx="1371600" cy="-5486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4572000"/>
            <a:ext cx="1371600" cy="-8229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21040" y="4572000"/>
            <a:ext cx="1371600" cy="-10972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8229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3200">
                <a:solidFill>
                  <a:srgbClr val="1E3A8A"/>
                </a:solidFill>
              </a:defRPr>
            </a:pPr>
            <a:r>
              <a:t>Exemple d'Utilisation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0" y="1828800"/>
            <a:ext cx="13716000" cy="3657600"/>
          </a:xfrm>
          <a:prstGeom prst="hexagon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743200"/>
            <a:ext cx="6400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4000">
                <a:solidFill>
                  <a:srgbClr val="F3F4F6"/>
                </a:solidFill>
              </a:defRPr>
            </a:pPr>
            <a:r>
              <a:t>Prêt à</a:t>
            </a:r>
          </a:p>
          <a:p>
            <a:pPr>
              <a:defRPr sz="3200">
                <a:solidFill>
                  <a:srgbClr val="F3F4F6"/>
                </a:solidFill>
              </a:defRPr>
            </a:pPr>
            <a:r>
              <a:t>Transformer votre expérience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114800"/>
            <a:ext cx="2743200" cy="7315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4206240"/>
            <a:ext cx="27432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000">
                <a:solidFill>
                  <a:srgbClr val="1E3A8A"/>
                </a:solidFill>
              </a:defRPr>
            </a:pPr>
            <a:r>
              <a:t>Contactez-nous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